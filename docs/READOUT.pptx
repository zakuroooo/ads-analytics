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5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9AA0A6"/>
                </a:solidFill>
                <a:latin typeface="Arial"/>
              </a:rPr>
              <a:t>ADS ANALYTICS FOR A DELIVERY MARKETPLACE · PUBLIC DATA, NOT SWIGGY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300000"/>
            <a:ext cx="105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5400" b="0">
                <a:solidFill>
                  <a:srgbClr val="F4F1EA"/>
                </a:solidFill>
                <a:latin typeface="Georgia"/>
              </a:rPr>
              <a:t>Three moves for the ads P&amp;L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3500000"/>
            <a:ext cx="10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9AA0A6"/>
                </a:solidFill>
                <a:latin typeface="Arial"/>
              </a:rPr>
              <a:t>Objective: find where ad revenue can grow without hurting advertisers or users.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9AA0A6"/>
                </a:solidFill>
                <a:latin typeface="Arial"/>
              </a:rPr>
              <a:t>Data: 11,457,419 auction bids and 4.72M impressions (iPinYou, 2013-10-19 to 2013-10-28), 675 Criteo campaigns, a randomised test on 13.98M users.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0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F4F1EA"/>
                </a:solidFill>
                <a:latin typeface="Arial"/>
              </a:rPr>
              <a:t>Pranay Sarkar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5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B6168"/>
                </a:solidFill>
                <a:latin typeface="Arial"/>
              </a:rPr>
              <a:t>WHAT I ASSUMED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0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0">
                <a:solidFill>
                  <a:srgbClr val="0F1113"/>
                </a:solidFill>
                <a:latin typeface="Georgia"/>
              </a:rPr>
              <a:t>The data stands in for a marketplace's own ad slots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300000"/>
            <a:ext cx="108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0F1113"/>
                </a:solidFill>
                <a:latin typeface="Arial"/>
              </a:rPr>
              <a:t>Auction logs behave like our slots: highest bid wins, winner pays the second price or the floor.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F1113"/>
                </a:solidFill>
                <a:latin typeface="Arial"/>
              </a:rPr>
              <a:t>Criteo's 675 campaigns stand in for our advertisers; costs are compared, never read as currency.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F1113"/>
                </a:solidFill>
                <a:latin typeface="Arial"/>
              </a:rPr>
              <a:t>Floor model keeps bids fixed. The unknown, how many at-risk impressions still sell, is shown as a break-even, not guessed.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F1113"/>
                </a:solidFill>
                <a:latin typeface="Arial"/>
              </a:rPr>
              <a:t>The A/B decision rule was written before the readout.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F1113"/>
                </a:solidFill>
                <a:latin typeface="Arial"/>
              </a:rPr>
              <a:t>Fill rate and ROAS can't be computed from public data: win rate and cost per conversion are used instead.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5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9AA0A6"/>
                </a:solidFill>
                <a:latin typeface="Arial"/>
              </a:rPr>
              <a:t>WHAT I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0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0">
                <a:solidFill>
                  <a:srgbClr val="F4F1EA"/>
                </a:solidFill>
                <a:latin typeface="Georgia"/>
              </a:rPr>
              <a:t>Thin auctions, an expensive advertiser group, ads that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400000"/>
            <a:ext cx="265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800" b="0">
                <a:solidFill>
                  <a:srgbClr val="199E70"/>
                </a:solidFill>
                <a:latin typeface="Georgia"/>
              </a:rPr>
              <a:t>37%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3500000"/>
            <a:ext cx="265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F4F1EA"/>
                </a:solidFill>
                <a:latin typeface="Arial"/>
              </a:rPr>
              <a:t>of floored auctions: the floor set the 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4400000"/>
            <a:ext cx="265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AA0A6"/>
                </a:solidFill>
                <a:latin typeface="Arial"/>
              </a:rPr>
              <a:t>Exchange 1 sells 25% of impressions with no floor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70000" y="2400000"/>
            <a:ext cx="265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800" b="0">
                <a:solidFill>
                  <a:srgbClr val="199E70"/>
                </a:solidFill>
                <a:latin typeface="Georgia"/>
              </a:rPr>
              <a:t>51%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0000" y="3500000"/>
            <a:ext cx="265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F4F1EA"/>
                </a:solidFill>
                <a:latin typeface="Arial"/>
              </a:rPr>
              <a:t>must still sell for a 30-fen floor to pay 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0000" y="4400000"/>
            <a:ext cx="265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AA0A6"/>
                </a:solidFill>
                <a:latin typeface="Arial"/>
              </a:rPr>
              <a:t>24.7% of impressions at risk; range −4.2% to +4.1%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0000" y="2400000"/>
            <a:ext cx="265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800" b="0">
                <a:solidFill>
                  <a:srgbClr val="D95926"/>
                </a:solidFill>
                <a:latin typeface="Georgia"/>
              </a:rPr>
              <a:t>4.7×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0000" y="3500000"/>
            <a:ext cx="265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F4F1EA"/>
                </a:solidFill>
                <a:latin typeface="Arial"/>
              </a:rPr>
              <a:t>cost per conversion: 'fix' vs 'protect'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0000" y="4400000"/>
            <a:ext cx="265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AA0A6"/>
                </a:solidFill>
                <a:latin typeface="Arial"/>
              </a:rPr>
              <a:t>'Fix' = 44% of spend, week-4 spend 97% of week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0000" y="2400000"/>
            <a:ext cx="265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800" b="0">
                <a:solidFill>
                  <a:srgbClr val="199E70"/>
                </a:solidFill>
                <a:latin typeface="Georgia"/>
              </a:rPr>
              <a:t>+59%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0000" y="3500000"/>
            <a:ext cx="265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F4F1EA"/>
                </a:solidFill>
                <a:latin typeface="Arial"/>
              </a:rPr>
              <a:t>conversion lift from showing 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0000" y="4400000"/>
            <a:ext cx="265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AA0A6"/>
                </a:solidFill>
                <a:latin typeface="Arial"/>
              </a:rPr>
              <a:t>95% CI +54% to +65%; decision 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5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B6168"/>
                </a:solidFill>
                <a:latin typeface="Arial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0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0">
                <a:solidFill>
                  <a:srgbClr val="0F1113"/>
                </a:solidFill>
                <a:latin typeface="Georgia"/>
              </a:rPr>
              <a:t>Fix first, test the floor, grow the efficient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3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F1113"/>
                </a:solidFill>
                <a:latin typeface="Georgia"/>
              </a:rPr>
              <a:t>1  Fix before we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780000"/>
            <a:ext cx="108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5B6168"/>
                </a:solidFill>
                <a:latin typeface="Arial"/>
              </a:rPr>
              <a:t>Targeting and bid help for the 195 'fix' advertisers: 44% of spend, already shrinking.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355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F1113"/>
                </a:solidFill>
                <a:latin typeface="Georgia"/>
              </a:rPr>
              <a:t>2  Test, don't roll out, a minimum floor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4030000"/>
            <a:ext cx="108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5B6168"/>
                </a:solidFill>
                <a:latin typeface="Arial"/>
              </a:rPr>
              <a:t>A/B test on the exchange with no floors. Ship only if retention clears 51%.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48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F1113"/>
                </a:solidFill>
                <a:latin typeface="Georgia"/>
              </a:rPr>
              <a:t>3  Pitch budget to the 'grow'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5280000"/>
            <a:ext cx="108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5B6168"/>
                </a:solidFill>
                <a:latin typeface="Arial"/>
              </a:rPr>
              <a:t>195 advertisers convert cheapest but spend 4% of the total.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5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9AA0A6"/>
                </a:solidFill>
                <a:latin typeface="Arial"/>
              </a:rPr>
              <a:t>NEXT STEPS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0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0">
                <a:solidFill>
                  <a:srgbClr val="F4F1EA"/>
                </a:solidFill>
                <a:latin typeface="Georgia"/>
              </a:rPr>
              <a:t>What I would do with real marketplace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200000"/>
            <a:ext cx="53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4F1EA"/>
                </a:solidFill>
                <a:latin typeface="Arial"/>
              </a:rPr>
              <a:t>Next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4F1EA"/>
                </a:solidFill>
                <a:latin typeface="Arial"/>
              </a:rPr>
              <a:t>Floor A/B test: measure the share that still sells.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4F1EA"/>
                </a:solidFill>
                <a:latin typeface="Arial"/>
              </a:rPr>
              <a:t>Single-campaign holdout to confirm the ad lift.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4F1EA"/>
                </a:solidFill>
                <a:latin typeface="Arial"/>
              </a:rPr>
              <a:t>Weekly KPI report from the same SQL and metric definitions.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4F1EA"/>
                </a:solidFill>
                <a:latin typeface="Arial"/>
              </a:rPr>
              <a:t>Add fill rate and ROAS once request logs and order values exist.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0" y="2200000"/>
            <a:ext cx="53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9AA0A6"/>
                </a:solidFill>
                <a:latin typeface="Arial"/>
              </a:rPr>
              <a:t>Limits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9AA0A6"/>
                </a:solidFill>
                <a:latin typeface="Arial"/>
              </a:rPr>
              <a:t>2013 exchange prices, not rupees; Criteo costs are transformed.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9AA0A6"/>
                </a:solidFill>
                <a:latin typeface="Arial"/>
              </a:rPr>
              <a:t>iPinYou totals after Oct 21 are lower bounds (test set withheld).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9AA0A6"/>
                </a:solidFill>
                <a:latin typeface="Arial"/>
              </a:rPr>
              <a:t>A/B data pools several tests; effect on exposed users not used.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9AA0A6"/>
                </a:solidFill>
                <a:latin typeface="Arial"/>
              </a:rPr>
              <a:t>Descriptive findings, except the randomised A/B 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